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39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1 (0:00-0:22) - MAYA, composed. "My name is Maya. I'm the one who checks the money -- every payment, every vendor, every number your company swears is clean. [beat] Nobody thinks about me... until something goes wrong."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2 (0:22-0:47) - worried. "Here's the truth I don't say out loud. Every quarter, a million transactions land on my desk. I can open maybe five in a hundred. The rest -- I sample, I guess, and I hope. Hope is not a control. But it's what I've got."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3 (0:47-1:10) - fear, lowest point. "It's not the ones I check that scare me. It's the ninety-five I didn't. If fraud is hiding in there, I don't find it in the audit -- I find out when it's a headline, a restatement, my signature on the page. That's the weight I carry home."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4 (1:10-1:30) - surprised. "Then they showed me Skeptic Engine. I'll be honest -- I rolled my eyes. Another tool promising magic. [beat] But this one didn't flag and walk away. It investigated."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5 (1:30-1:57) - hopeful. "For every case, it builds the argument that it's fraud -- and the argument that it's fine. It brings the evidence, cited, both ways. Then it tells me how sure it is. For the first time, I'm not staring at a red flag wondering why. I can see the whole story."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6 (1:57-2:22) - happy, the pain eased. "Now? The clear ones clear themselves. The tricky ones reach me already argued -- I review in minutes, not lost weekends. Every case examined. Every decision signed and traceable."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7 (2:22-2:40) - calm, at peace. "So when a regulator asks me to show my work -- I can. All of it. [beat] I still check the money. I just don't carry it home anymore. That's what Skeptic Engine gave me. Let me show you what it can give your team."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1366" y="2838250"/>
            <a:ext cx="32712" cy="3271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2418213" y="2300676"/>
            <a:ext cx="50584" cy="50584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4" name="Shape 2"/>
          <p:cNvSpPr/>
          <p:nvPr/>
        </p:nvSpPr>
        <p:spPr>
          <a:xfrm>
            <a:off x="1026627" y="4292518"/>
            <a:ext cx="54380" cy="54380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5" name="Shape 3"/>
          <p:cNvSpPr/>
          <p:nvPr/>
        </p:nvSpPr>
        <p:spPr>
          <a:xfrm>
            <a:off x="3821808" y="1574776"/>
            <a:ext cx="63151" cy="63151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6" name="Shape 4"/>
          <p:cNvSpPr/>
          <p:nvPr/>
        </p:nvSpPr>
        <p:spPr>
          <a:xfrm>
            <a:off x="5896475" y="624452"/>
            <a:ext cx="50226" cy="50226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7" name="Shape 5"/>
          <p:cNvSpPr/>
          <p:nvPr/>
        </p:nvSpPr>
        <p:spPr>
          <a:xfrm>
            <a:off x="2343349" y="3346544"/>
            <a:ext cx="34655" cy="34655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8" name="Shape 6"/>
          <p:cNvSpPr/>
          <p:nvPr/>
        </p:nvSpPr>
        <p:spPr>
          <a:xfrm>
            <a:off x="5080110" y="2502053"/>
            <a:ext cx="35488" cy="3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786997" y="4567978"/>
            <a:ext cx="71775" cy="71775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0" name="Shape 8"/>
          <p:cNvSpPr/>
          <p:nvPr/>
        </p:nvSpPr>
        <p:spPr>
          <a:xfrm>
            <a:off x="1381691" y="2305320"/>
            <a:ext cx="71127" cy="71127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1" name="Shape 9"/>
          <p:cNvSpPr/>
          <p:nvPr/>
        </p:nvSpPr>
        <p:spPr>
          <a:xfrm>
            <a:off x="1956912" y="2191079"/>
            <a:ext cx="52592" cy="52592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2" name="Shape 10"/>
          <p:cNvSpPr/>
          <p:nvPr/>
        </p:nvSpPr>
        <p:spPr>
          <a:xfrm>
            <a:off x="6017859" y="1558255"/>
            <a:ext cx="35222" cy="35222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3" name="Shape 11"/>
          <p:cNvSpPr/>
          <p:nvPr/>
        </p:nvSpPr>
        <p:spPr>
          <a:xfrm>
            <a:off x="8657253" y="2311847"/>
            <a:ext cx="38066" cy="38066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4" name="Shape 12"/>
          <p:cNvSpPr/>
          <p:nvPr/>
        </p:nvSpPr>
        <p:spPr>
          <a:xfrm>
            <a:off x="4967814" y="1784856"/>
            <a:ext cx="34454" cy="3445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6867221" y="1882281"/>
            <a:ext cx="43437" cy="43437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5715" y="4509123"/>
            <a:ext cx="38343" cy="38343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7" name="Shape 15"/>
          <p:cNvSpPr/>
          <p:nvPr/>
        </p:nvSpPr>
        <p:spPr>
          <a:xfrm>
            <a:off x="7803455" y="2426382"/>
            <a:ext cx="38224" cy="38224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8" name="Shape 16"/>
          <p:cNvSpPr/>
          <p:nvPr/>
        </p:nvSpPr>
        <p:spPr>
          <a:xfrm>
            <a:off x="5438203" y="2111058"/>
            <a:ext cx="62128" cy="62128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9" name="Shape 17"/>
          <p:cNvSpPr/>
          <p:nvPr/>
        </p:nvSpPr>
        <p:spPr>
          <a:xfrm>
            <a:off x="5857637" y="896150"/>
            <a:ext cx="37667" cy="37667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20" name="Shape 18"/>
          <p:cNvSpPr/>
          <p:nvPr/>
        </p:nvSpPr>
        <p:spPr>
          <a:xfrm>
            <a:off x="4154477" y="686658"/>
            <a:ext cx="29611" cy="29611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33925" y="3387584"/>
            <a:ext cx="57008" cy="57008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1179" y="1759926"/>
            <a:ext cx="47469" cy="47469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23" name="Shape 21"/>
          <p:cNvSpPr/>
          <p:nvPr/>
        </p:nvSpPr>
        <p:spPr>
          <a:xfrm>
            <a:off x="4536479" y="2280685"/>
            <a:ext cx="65765" cy="65765"/>
          </a:xfrm>
          <a:prstGeom prst="ellipse">
            <a:avLst/>
          </a:prstGeom>
          <a:solidFill>
            <a:srgbClr val="24314B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6200" y="411480"/>
            <a:ext cx="1371600" cy="13716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828800" y="1874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CHEN</a:t>
            </a: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Senior Internal Auditor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check the money.”</a:t>
            </a:r>
            <a:endParaRPr lang="en-US" sz="4600" dirty="0"/>
          </a:p>
        </p:txBody>
      </p:sp>
      <p:sp>
        <p:nvSpPr>
          <p:cNvPr id="27" name="Text 24"/>
          <p:cNvSpPr/>
          <p:nvPr/>
        </p:nvSpPr>
        <p:spPr>
          <a:xfrm>
            <a:off x="914400" y="3337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payment. Every vendor. Every number your company swears is clean.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Skeptic Engine   ·   a 3-minute story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384048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530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CHEN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691640" y="804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Internal Auditor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0292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million transactions land on my desk.
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open maybe five in a hundred.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rest, I sample. I guess. And I hope.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 is not a control. But it's what I've got.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06440" y="1371600"/>
            <a:ext cx="2834640" cy="3017520"/>
          </a:xfrm>
          <a:prstGeom prst="roundRect">
            <a:avLst>
              <a:gd name="adj" fmla="val 2903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17830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5943600" y="2788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ledger,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opened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3703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95% rides on hope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6180" y="457200"/>
            <a:ext cx="1691640" cy="1691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331720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“It's the ninety-five I didn't open</a:t>
            </a:r>
            <a:endParaRPr lang="en-US" sz="3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keep me up at night.”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097280" y="36576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doesn't show up in the audit. It shows up in the headline — the restatement — with my signature on the page.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4780" y="45720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SOMETHING CHANGED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21488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didn't flag and walk away.</a:t>
            </a:r>
            <a:endParaRPr lang="en-US" sz="34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investigated.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rolled my eyes at first — another tool promising magic.  Then I watched </a:t>
            </a:r>
            <a:r>
              <a:rPr lang="en-US" sz="15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Skeptic Engine</a:t>
            </a: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FOR ME</a:t>
            </a:r>
            <a:endParaRPr lang="en-US" sz="1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8100" y="320040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52360" y="1298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4980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argues both sides — so I don't have to guess.”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FEF2F2"/>
          </a:solidFill>
          <a:ln w="12700">
            <a:solidFill>
              <a:srgbClr val="D8DFEC"/>
            </a:solidFill>
            <a:prstDash val="solid"/>
          </a:ln>
          <a:effectLst>
            <a:outerShdw blurRad="114300" dist="38100" dir="5400000" algn="bl" rotWithShape="0">
              <a:srgbClr val="0B122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75564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92" y="187452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1810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looks like fraud”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7240" y="23317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number, just under the limit.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Brand-new vendor, no history.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983480" y="155448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F0FDF9"/>
          </a:solidFill>
          <a:ln w="12700">
            <a:solidFill>
              <a:srgbClr val="D8DFEC"/>
            </a:solidFill>
            <a:prstDash val="solid"/>
          </a:ln>
          <a:effectLst>
            <a:outerShdw blurRad="114300" dist="38100" dir="5400000" algn="bl" rotWithShape="0">
              <a:srgbClr val="0B122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212080" y="175564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0952" y="187452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79008" y="1810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looks legitimate”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257800" y="23317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verified, valid tax ID.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an approved PO.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02920" y="3703320"/>
            <a:ext cx="81381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blurRad="114300" dist="38100" dir="5400000" algn="bl" rotWithShape="0">
              <a:srgbClr val="0B122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31520" y="37033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it tells me how sure it is.   </a:t>
            </a: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first time, I see the whole story — not just a red flag.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5508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0.82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55080" y="4297680"/>
            <a:ext cx="2103120" cy="128016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355080" y="4297680"/>
            <a:ext cx="1724558" cy="12801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FOR ME</a:t>
            </a:r>
            <a:endParaRPr lang="en-US" sz="1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5240" y="3200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52360" y="1344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4980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and hope</a:t>
            </a:r>
            <a:r>
              <a:rPr lang="en-US" sz="2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2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and minutes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blurRad="114300" dist="38100" dir="5400000" algn="bl" rotWithShape="0">
              <a:srgbClr val="0B122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" y="1874520"/>
            <a:ext cx="603504" cy="603504"/>
          </a:xfrm>
          <a:prstGeom prst="ellipse">
            <a:avLst/>
          </a:prstGeom>
          <a:solidFill>
            <a:srgbClr val="F0FDF9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5863" y="2031431"/>
            <a:ext cx="289682" cy="2896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8952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case, covered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58952" y="32461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clear ones clear themselves. Nothing rides on hope anymore.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337560" y="16002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blurRad="114300" dist="38100" dir="5400000" algn="bl" rotWithShape="0">
              <a:srgbClr val="0B122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93592" y="1874520"/>
            <a:ext cx="603504" cy="60350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503" y="2031431"/>
            <a:ext cx="289682" cy="2896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93592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Minutes, not weekends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3593592" y="32461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tricky ones reach me already argued. I review, I don't excavate.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72200" y="16002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blurRad="114300" dist="38100" dir="5400000" algn="bl" rotWithShape="0">
              <a:srgbClr val="0B122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28232" y="1874520"/>
            <a:ext cx="603504" cy="60350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5143" y="2031431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28232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&amp; traceable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6428232" y="32461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cited and recorded. Defensible by default.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241" y="4012510"/>
            <a:ext cx="71277" cy="71277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42086" y="2843463"/>
            <a:ext cx="60398" cy="60398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4" name="Shape 2"/>
          <p:cNvSpPr/>
          <p:nvPr/>
        </p:nvSpPr>
        <p:spPr>
          <a:xfrm>
            <a:off x="5379098" y="520833"/>
            <a:ext cx="59573" cy="59573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5" name="Shape 3"/>
          <p:cNvSpPr/>
          <p:nvPr/>
        </p:nvSpPr>
        <p:spPr>
          <a:xfrm>
            <a:off x="6934476" y="3521620"/>
            <a:ext cx="42132" cy="42132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6" name="Shape 4"/>
          <p:cNvSpPr/>
          <p:nvPr/>
        </p:nvSpPr>
        <p:spPr>
          <a:xfrm>
            <a:off x="6600941" y="4606823"/>
            <a:ext cx="72846" cy="72846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7" name="Shape 5"/>
          <p:cNvSpPr/>
          <p:nvPr/>
        </p:nvSpPr>
        <p:spPr>
          <a:xfrm>
            <a:off x="7883693" y="1109443"/>
            <a:ext cx="33603" cy="33603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8" name="Shape 6"/>
          <p:cNvSpPr/>
          <p:nvPr/>
        </p:nvSpPr>
        <p:spPr>
          <a:xfrm>
            <a:off x="5875451" y="4078480"/>
            <a:ext cx="34895" cy="3489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4081416" y="1702933"/>
            <a:ext cx="50051" cy="50051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0" name="Shape 8"/>
          <p:cNvSpPr/>
          <p:nvPr/>
        </p:nvSpPr>
        <p:spPr>
          <a:xfrm>
            <a:off x="6006788" y="459803"/>
            <a:ext cx="52401" cy="52401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1" name="Shape 9"/>
          <p:cNvSpPr/>
          <p:nvPr/>
        </p:nvSpPr>
        <p:spPr>
          <a:xfrm>
            <a:off x="6744286" y="2254089"/>
            <a:ext cx="60995" cy="60995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6631" y="4418793"/>
            <a:ext cx="49164" cy="49164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3" name="Shape 11"/>
          <p:cNvSpPr/>
          <p:nvPr/>
        </p:nvSpPr>
        <p:spPr>
          <a:xfrm>
            <a:off x="1851503" y="4286912"/>
            <a:ext cx="35956" cy="35956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4" name="Shape 12"/>
          <p:cNvSpPr/>
          <p:nvPr/>
        </p:nvSpPr>
        <p:spPr>
          <a:xfrm>
            <a:off x="3231622" y="3763449"/>
            <a:ext cx="40423" cy="40423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707" y="4753402"/>
            <a:ext cx="35894" cy="35894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6" name="Shape 14"/>
          <p:cNvSpPr/>
          <p:nvPr/>
        </p:nvSpPr>
        <p:spPr>
          <a:xfrm>
            <a:off x="5933438" y="4589772"/>
            <a:ext cx="41419" cy="41419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7" name="Shape 15"/>
          <p:cNvSpPr/>
          <p:nvPr/>
        </p:nvSpPr>
        <p:spPr>
          <a:xfrm>
            <a:off x="5853057" y="605559"/>
            <a:ext cx="30328" cy="30328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8" name="Shape 16"/>
          <p:cNvSpPr/>
          <p:nvPr/>
        </p:nvSpPr>
        <p:spPr>
          <a:xfrm>
            <a:off x="3883762" y="3849762"/>
            <a:ext cx="67392" cy="67392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19" name="Shape 17"/>
          <p:cNvSpPr/>
          <p:nvPr/>
        </p:nvSpPr>
        <p:spPr>
          <a:xfrm>
            <a:off x="3530754" y="2511382"/>
            <a:ext cx="34499" cy="34499"/>
          </a:xfrm>
          <a:prstGeom prst="ellipse">
            <a:avLst/>
          </a:prstGeom>
          <a:solidFill>
            <a:srgbClr val="24314B"/>
          </a:solidFill>
          <a:ln/>
        </p:spPr>
      </p:sp>
      <p:sp>
        <p:nvSpPr>
          <p:cNvPr id="20" name="Shape 18"/>
          <p:cNvSpPr/>
          <p:nvPr/>
        </p:nvSpPr>
        <p:spPr>
          <a:xfrm>
            <a:off x="8299232" y="3067418"/>
            <a:ext cx="42141" cy="42141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>
            <a:off x="4869437" y="2850872"/>
            <a:ext cx="63647" cy="63647"/>
          </a:xfrm>
          <a:prstGeom prst="ellipse">
            <a:avLst/>
          </a:prstGeom>
          <a:solidFill>
            <a:srgbClr val="24314B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411480"/>
            <a:ext cx="1188720" cy="11887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48640" y="1783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 they ask me to show my work — now I can.”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91440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still check the money. I just don't carry it home anymore.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063240" y="3520440"/>
            <a:ext cx="301752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063240" y="352044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on your ledger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Skeptic Engine   ·   every transaction gets a fair trial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769</Words>
  <Application>Microsoft Office PowerPoint</Application>
  <PresentationFormat>On-screen Show (16:9)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Skeptic Engine — Maya's story</dc:title>
  <dc:subject>PptxGenJS Presentation</dc:subject>
  <dc:creator>Skeptic Engine</dc:creator>
  <cp:lastModifiedBy>Adhi A</cp:lastModifiedBy>
  <cp:revision>1</cp:revision>
  <dcterms:created xsi:type="dcterms:W3CDTF">2026-07-07T03:56:45Z</dcterms:created>
  <dcterms:modified xsi:type="dcterms:W3CDTF">2026-07-07T04:05:49Z</dcterms:modified>
</cp:coreProperties>
</file>